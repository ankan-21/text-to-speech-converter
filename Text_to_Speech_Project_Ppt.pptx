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F77049-D06A-4445-A6AB-853999795F50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60DEB7C-B614-4C38-854D-4750D8A32F9A}">
      <dgm:prSet/>
      <dgm:spPr/>
      <dgm:t>
        <a:bodyPr/>
        <a:lstStyle/>
        <a:p>
          <a:r>
            <a:rPr lang="en-US"/>
            <a:t>Python + Flask based TTS system</a:t>
          </a:r>
        </a:p>
      </dgm:t>
    </dgm:pt>
    <dgm:pt modelId="{1E8D593B-5226-4AA3-9DA9-141CA3D77C18}" type="parTrans" cxnId="{FF98D06B-DFD1-4A16-8443-DBE50C1D6567}">
      <dgm:prSet/>
      <dgm:spPr/>
      <dgm:t>
        <a:bodyPr/>
        <a:lstStyle/>
        <a:p>
          <a:endParaRPr lang="en-US"/>
        </a:p>
      </dgm:t>
    </dgm:pt>
    <dgm:pt modelId="{B0FAC790-F3BB-47F8-8726-C9B23A0FD0C9}" type="sibTrans" cxnId="{FF98D06B-DFD1-4A16-8443-DBE50C1D6567}">
      <dgm:prSet/>
      <dgm:spPr/>
      <dgm:t>
        <a:bodyPr/>
        <a:lstStyle/>
        <a:p>
          <a:endParaRPr lang="en-US"/>
        </a:p>
      </dgm:t>
    </dgm:pt>
    <dgm:pt modelId="{07BC4FF0-E7C1-46F4-A54B-169EFB78B47E}">
      <dgm:prSet/>
      <dgm:spPr/>
      <dgm:t>
        <a:bodyPr/>
        <a:lstStyle/>
        <a:p>
          <a:r>
            <a:rPr lang="en-US"/>
            <a:t>Converts text input to speech audio</a:t>
          </a:r>
        </a:p>
      </dgm:t>
    </dgm:pt>
    <dgm:pt modelId="{DE1AC624-7A53-44D2-83DF-4B70AD2E5DE2}" type="parTrans" cxnId="{8989D64F-956A-4482-8750-EED6AA679093}">
      <dgm:prSet/>
      <dgm:spPr/>
      <dgm:t>
        <a:bodyPr/>
        <a:lstStyle/>
        <a:p>
          <a:endParaRPr lang="en-US"/>
        </a:p>
      </dgm:t>
    </dgm:pt>
    <dgm:pt modelId="{84B7C46B-0682-4424-9BFF-FDF0C48CCDC4}" type="sibTrans" cxnId="{8989D64F-956A-4482-8750-EED6AA679093}">
      <dgm:prSet/>
      <dgm:spPr/>
      <dgm:t>
        <a:bodyPr/>
        <a:lstStyle/>
        <a:p>
          <a:endParaRPr lang="en-US"/>
        </a:p>
      </dgm:t>
    </dgm:pt>
    <dgm:pt modelId="{C55CF84E-D865-4693-8B41-334503D87582}">
      <dgm:prSet/>
      <dgm:spPr/>
      <dgm:t>
        <a:bodyPr/>
        <a:lstStyle/>
        <a:p>
          <a:r>
            <a:rPr lang="en-US"/>
            <a:t>Supports accents &amp; audio download</a:t>
          </a:r>
        </a:p>
      </dgm:t>
    </dgm:pt>
    <dgm:pt modelId="{851D4B6D-A919-4BB0-98E3-6A628F63FDF9}" type="parTrans" cxnId="{A0F0B126-5207-4B11-AB3C-C5B71450312D}">
      <dgm:prSet/>
      <dgm:spPr/>
      <dgm:t>
        <a:bodyPr/>
        <a:lstStyle/>
        <a:p>
          <a:endParaRPr lang="en-US"/>
        </a:p>
      </dgm:t>
    </dgm:pt>
    <dgm:pt modelId="{220C5CE9-82DF-43E3-84DF-AB8E368F4BA3}" type="sibTrans" cxnId="{A0F0B126-5207-4B11-AB3C-C5B71450312D}">
      <dgm:prSet/>
      <dgm:spPr/>
      <dgm:t>
        <a:bodyPr/>
        <a:lstStyle/>
        <a:p>
          <a:endParaRPr lang="en-US"/>
        </a:p>
      </dgm:t>
    </dgm:pt>
    <dgm:pt modelId="{77D4F6AD-0101-4C39-95E9-0B5953AD5C25}" type="pres">
      <dgm:prSet presAssocID="{F6F77049-D06A-4445-A6AB-853999795F50}" presName="linear" presStyleCnt="0">
        <dgm:presLayoutVars>
          <dgm:animLvl val="lvl"/>
          <dgm:resizeHandles val="exact"/>
        </dgm:presLayoutVars>
      </dgm:prSet>
      <dgm:spPr/>
    </dgm:pt>
    <dgm:pt modelId="{FB5B2EC0-FAB2-4114-8A0F-21F52B173DF1}" type="pres">
      <dgm:prSet presAssocID="{F60DEB7C-B614-4C38-854D-4750D8A32F9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75875D0-4A7E-48DC-80BC-FB7E2FB6FA4D}" type="pres">
      <dgm:prSet presAssocID="{B0FAC790-F3BB-47F8-8726-C9B23A0FD0C9}" presName="spacer" presStyleCnt="0"/>
      <dgm:spPr/>
    </dgm:pt>
    <dgm:pt modelId="{D62EC420-4B6B-4242-A083-493BDE15FD85}" type="pres">
      <dgm:prSet presAssocID="{07BC4FF0-E7C1-46F4-A54B-169EFB78B47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2F59610-6788-48A7-B6E5-1B3B33A7EC4A}" type="pres">
      <dgm:prSet presAssocID="{84B7C46B-0682-4424-9BFF-FDF0C48CCDC4}" presName="spacer" presStyleCnt="0"/>
      <dgm:spPr/>
    </dgm:pt>
    <dgm:pt modelId="{5A9A683A-867D-4CA1-ABDE-EC47232A749E}" type="pres">
      <dgm:prSet presAssocID="{C55CF84E-D865-4693-8B41-334503D8758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0F0B126-5207-4B11-AB3C-C5B71450312D}" srcId="{F6F77049-D06A-4445-A6AB-853999795F50}" destId="{C55CF84E-D865-4693-8B41-334503D87582}" srcOrd="2" destOrd="0" parTransId="{851D4B6D-A919-4BB0-98E3-6A628F63FDF9}" sibTransId="{220C5CE9-82DF-43E3-84DF-AB8E368F4BA3}"/>
    <dgm:cxn modelId="{4FF40768-6954-41B5-973D-2D8DE0485577}" type="presOf" srcId="{C55CF84E-D865-4693-8B41-334503D87582}" destId="{5A9A683A-867D-4CA1-ABDE-EC47232A749E}" srcOrd="0" destOrd="0" presId="urn:microsoft.com/office/officeart/2005/8/layout/vList2"/>
    <dgm:cxn modelId="{FF98D06B-DFD1-4A16-8443-DBE50C1D6567}" srcId="{F6F77049-D06A-4445-A6AB-853999795F50}" destId="{F60DEB7C-B614-4C38-854D-4750D8A32F9A}" srcOrd="0" destOrd="0" parTransId="{1E8D593B-5226-4AA3-9DA9-141CA3D77C18}" sibTransId="{B0FAC790-F3BB-47F8-8726-C9B23A0FD0C9}"/>
    <dgm:cxn modelId="{8989D64F-956A-4482-8750-EED6AA679093}" srcId="{F6F77049-D06A-4445-A6AB-853999795F50}" destId="{07BC4FF0-E7C1-46F4-A54B-169EFB78B47E}" srcOrd="1" destOrd="0" parTransId="{DE1AC624-7A53-44D2-83DF-4B70AD2E5DE2}" sibTransId="{84B7C46B-0682-4424-9BFF-FDF0C48CCDC4}"/>
    <dgm:cxn modelId="{CA751D7B-AA72-48F2-B6B6-565804995C4A}" type="presOf" srcId="{F6F77049-D06A-4445-A6AB-853999795F50}" destId="{77D4F6AD-0101-4C39-95E9-0B5953AD5C25}" srcOrd="0" destOrd="0" presId="urn:microsoft.com/office/officeart/2005/8/layout/vList2"/>
    <dgm:cxn modelId="{DDB1117E-C8FB-4402-B43D-256D329F8B25}" type="presOf" srcId="{F60DEB7C-B614-4C38-854D-4750D8A32F9A}" destId="{FB5B2EC0-FAB2-4114-8A0F-21F52B173DF1}" srcOrd="0" destOrd="0" presId="urn:microsoft.com/office/officeart/2005/8/layout/vList2"/>
    <dgm:cxn modelId="{51014A96-5498-43CD-860E-ABBA4342358B}" type="presOf" srcId="{07BC4FF0-E7C1-46F4-A54B-169EFB78B47E}" destId="{D62EC420-4B6B-4242-A083-493BDE15FD85}" srcOrd="0" destOrd="0" presId="urn:microsoft.com/office/officeart/2005/8/layout/vList2"/>
    <dgm:cxn modelId="{5CE97467-53FE-4642-8B2C-09404C3C3DDC}" type="presParOf" srcId="{77D4F6AD-0101-4C39-95E9-0B5953AD5C25}" destId="{FB5B2EC0-FAB2-4114-8A0F-21F52B173DF1}" srcOrd="0" destOrd="0" presId="urn:microsoft.com/office/officeart/2005/8/layout/vList2"/>
    <dgm:cxn modelId="{88945716-5774-4D55-B3C9-E91D25E032F0}" type="presParOf" srcId="{77D4F6AD-0101-4C39-95E9-0B5953AD5C25}" destId="{575875D0-4A7E-48DC-80BC-FB7E2FB6FA4D}" srcOrd="1" destOrd="0" presId="urn:microsoft.com/office/officeart/2005/8/layout/vList2"/>
    <dgm:cxn modelId="{477798A6-F4BC-4674-84F8-E3C893BF89D9}" type="presParOf" srcId="{77D4F6AD-0101-4C39-95E9-0B5953AD5C25}" destId="{D62EC420-4B6B-4242-A083-493BDE15FD85}" srcOrd="2" destOrd="0" presId="urn:microsoft.com/office/officeart/2005/8/layout/vList2"/>
    <dgm:cxn modelId="{36D8B246-3F94-41F6-9BAA-31732D6F80C8}" type="presParOf" srcId="{77D4F6AD-0101-4C39-95E9-0B5953AD5C25}" destId="{E2F59610-6788-48A7-B6E5-1B3B33A7EC4A}" srcOrd="3" destOrd="0" presId="urn:microsoft.com/office/officeart/2005/8/layout/vList2"/>
    <dgm:cxn modelId="{8D73B29C-692B-40CC-A3AE-64B20F57696A}" type="presParOf" srcId="{77D4F6AD-0101-4C39-95E9-0B5953AD5C25}" destId="{5A9A683A-867D-4CA1-ABDE-EC47232A749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583843-9BC1-4445-9F50-F4E1C756A5F4}" type="doc">
      <dgm:prSet loTypeId="urn:microsoft.com/office/officeart/2005/8/layout/arrow5" loCatId="relationship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EFC3EAB-2236-4B35-A50F-CD30FCBA3F3B}">
      <dgm:prSet/>
      <dgm:spPr/>
      <dgm:t>
        <a:bodyPr/>
        <a:lstStyle/>
        <a:p>
          <a:r>
            <a:rPr lang="en-US"/>
            <a:t>Flask backend application (app.py)</a:t>
          </a:r>
        </a:p>
      </dgm:t>
    </dgm:pt>
    <dgm:pt modelId="{8431C712-EE34-41C0-89D9-5A066B6A405B}" type="parTrans" cxnId="{8E7008F3-F6CE-490B-A766-41535F49DCCB}">
      <dgm:prSet/>
      <dgm:spPr/>
      <dgm:t>
        <a:bodyPr/>
        <a:lstStyle/>
        <a:p>
          <a:endParaRPr lang="en-US"/>
        </a:p>
      </dgm:t>
    </dgm:pt>
    <dgm:pt modelId="{14C02A03-E596-47B5-80CB-731A7AA338A5}" type="sibTrans" cxnId="{8E7008F3-F6CE-490B-A766-41535F49DCCB}">
      <dgm:prSet/>
      <dgm:spPr/>
      <dgm:t>
        <a:bodyPr/>
        <a:lstStyle/>
        <a:p>
          <a:endParaRPr lang="en-US"/>
        </a:p>
      </dgm:t>
    </dgm:pt>
    <dgm:pt modelId="{C7B604FE-BCDA-4AF9-8028-C14FFFF02653}">
      <dgm:prSet/>
      <dgm:spPr/>
      <dgm:t>
        <a:bodyPr/>
        <a:lstStyle/>
        <a:p>
          <a:r>
            <a:rPr lang="en-US"/>
            <a:t>Template rendering for UI (index.html)</a:t>
          </a:r>
        </a:p>
      </dgm:t>
    </dgm:pt>
    <dgm:pt modelId="{A58A8FB5-8CB1-4E98-9F3D-079B86C077A1}" type="parTrans" cxnId="{6DFD557D-EF1F-4131-A6FB-3D4612F16425}">
      <dgm:prSet/>
      <dgm:spPr/>
      <dgm:t>
        <a:bodyPr/>
        <a:lstStyle/>
        <a:p>
          <a:endParaRPr lang="en-US"/>
        </a:p>
      </dgm:t>
    </dgm:pt>
    <dgm:pt modelId="{F78B141D-6FE2-4F4E-BE86-B63E240555EC}" type="sibTrans" cxnId="{6DFD557D-EF1F-4131-A6FB-3D4612F16425}">
      <dgm:prSet/>
      <dgm:spPr/>
      <dgm:t>
        <a:bodyPr/>
        <a:lstStyle/>
        <a:p>
          <a:endParaRPr lang="en-US"/>
        </a:p>
      </dgm:t>
    </dgm:pt>
    <dgm:pt modelId="{73401B39-255C-41FB-A0A6-0FC6F2AB3322}">
      <dgm:prSet/>
      <dgm:spPr/>
      <dgm:t>
        <a:bodyPr/>
        <a:lstStyle/>
        <a:p>
          <a:r>
            <a:rPr lang="en-US"/>
            <a:t>text_to_speech module handles ML pipeline</a:t>
          </a:r>
        </a:p>
      </dgm:t>
    </dgm:pt>
    <dgm:pt modelId="{B7011B54-889D-4BAB-9A00-9C76369C5A4F}" type="parTrans" cxnId="{EB5F1986-485E-4247-A6EE-43C8FAE56AD4}">
      <dgm:prSet/>
      <dgm:spPr/>
      <dgm:t>
        <a:bodyPr/>
        <a:lstStyle/>
        <a:p>
          <a:endParaRPr lang="en-US"/>
        </a:p>
      </dgm:t>
    </dgm:pt>
    <dgm:pt modelId="{19EE8852-E5F1-4134-9C5C-4D7D5C887926}" type="sibTrans" cxnId="{EB5F1986-485E-4247-A6EE-43C8FAE56AD4}">
      <dgm:prSet/>
      <dgm:spPr/>
      <dgm:t>
        <a:bodyPr/>
        <a:lstStyle/>
        <a:p>
          <a:endParaRPr lang="en-US"/>
        </a:p>
      </dgm:t>
    </dgm:pt>
    <dgm:pt modelId="{A97402C0-D3E9-4B7B-88DC-1BEADB9D3451}">
      <dgm:prSet/>
      <dgm:spPr/>
      <dgm:t>
        <a:bodyPr/>
        <a:lstStyle/>
        <a:p>
          <a:r>
            <a:rPr lang="en-US"/>
            <a:t>Artifacts stored locally</a:t>
          </a:r>
        </a:p>
      </dgm:t>
    </dgm:pt>
    <dgm:pt modelId="{2496FA34-8D52-4FD3-B67B-1190D857A361}" type="parTrans" cxnId="{4D720453-CCC2-4B3F-9138-9E6150C0741C}">
      <dgm:prSet/>
      <dgm:spPr/>
      <dgm:t>
        <a:bodyPr/>
        <a:lstStyle/>
        <a:p>
          <a:endParaRPr lang="en-US"/>
        </a:p>
      </dgm:t>
    </dgm:pt>
    <dgm:pt modelId="{925EB8AD-BD45-4FDC-B696-37C923C16E5F}" type="sibTrans" cxnId="{4D720453-CCC2-4B3F-9138-9E6150C0741C}">
      <dgm:prSet/>
      <dgm:spPr/>
      <dgm:t>
        <a:bodyPr/>
        <a:lstStyle/>
        <a:p>
          <a:endParaRPr lang="en-US"/>
        </a:p>
      </dgm:t>
    </dgm:pt>
    <dgm:pt modelId="{5DCBA4C1-1940-4F85-B9F8-255BCDC1CBA4}" type="pres">
      <dgm:prSet presAssocID="{0B583843-9BC1-4445-9F50-F4E1C756A5F4}" presName="diagram" presStyleCnt="0">
        <dgm:presLayoutVars>
          <dgm:dir/>
          <dgm:resizeHandles val="exact"/>
        </dgm:presLayoutVars>
      </dgm:prSet>
      <dgm:spPr/>
    </dgm:pt>
    <dgm:pt modelId="{3537E740-C9B8-4F40-AAEF-0B30DE4805A9}" type="pres">
      <dgm:prSet presAssocID="{AEFC3EAB-2236-4B35-A50F-CD30FCBA3F3B}" presName="arrow" presStyleLbl="node1" presStyleIdx="0" presStyleCnt="4">
        <dgm:presLayoutVars>
          <dgm:bulletEnabled val="1"/>
        </dgm:presLayoutVars>
      </dgm:prSet>
      <dgm:spPr/>
    </dgm:pt>
    <dgm:pt modelId="{EBD44F28-ACD5-4467-99B5-ED0D76C4593F}" type="pres">
      <dgm:prSet presAssocID="{C7B604FE-BCDA-4AF9-8028-C14FFFF02653}" presName="arrow" presStyleLbl="node1" presStyleIdx="1" presStyleCnt="4">
        <dgm:presLayoutVars>
          <dgm:bulletEnabled val="1"/>
        </dgm:presLayoutVars>
      </dgm:prSet>
      <dgm:spPr/>
    </dgm:pt>
    <dgm:pt modelId="{86974F1E-CC25-481C-8B77-4B0D29613C8A}" type="pres">
      <dgm:prSet presAssocID="{73401B39-255C-41FB-A0A6-0FC6F2AB3322}" presName="arrow" presStyleLbl="node1" presStyleIdx="2" presStyleCnt="4">
        <dgm:presLayoutVars>
          <dgm:bulletEnabled val="1"/>
        </dgm:presLayoutVars>
      </dgm:prSet>
      <dgm:spPr/>
    </dgm:pt>
    <dgm:pt modelId="{C9DF034C-E632-433D-A612-E794CBDABD7D}" type="pres">
      <dgm:prSet presAssocID="{A97402C0-D3E9-4B7B-88DC-1BEADB9D3451}" presName="arrow" presStyleLbl="node1" presStyleIdx="3" presStyleCnt="4">
        <dgm:presLayoutVars>
          <dgm:bulletEnabled val="1"/>
        </dgm:presLayoutVars>
      </dgm:prSet>
      <dgm:spPr/>
    </dgm:pt>
  </dgm:ptLst>
  <dgm:cxnLst>
    <dgm:cxn modelId="{C7F0652A-F43E-488C-9073-B29782FF323A}" type="presOf" srcId="{AEFC3EAB-2236-4B35-A50F-CD30FCBA3F3B}" destId="{3537E740-C9B8-4F40-AAEF-0B30DE4805A9}" srcOrd="0" destOrd="0" presId="urn:microsoft.com/office/officeart/2005/8/layout/arrow5"/>
    <dgm:cxn modelId="{EDAED12F-401E-40FE-AFB0-44ADDCD4CDCB}" type="presOf" srcId="{0B583843-9BC1-4445-9F50-F4E1C756A5F4}" destId="{5DCBA4C1-1940-4F85-B9F8-255BCDC1CBA4}" srcOrd="0" destOrd="0" presId="urn:microsoft.com/office/officeart/2005/8/layout/arrow5"/>
    <dgm:cxn modelId="{C4189839-5CBD-419C-8B85-83455D1EFB2D}" type="presOf" srcId="{C7B604FE-BCDA-4AF9-8028-C14FFFF02653}" destId="{EBD44F28-ACD5-4467-99B5-ED0D76C4593F}" srcOrd="0" destOrd="0" presId="urn:microsoft.com/office/officeart/2005/8/layout/arrow5"/>
    <dgm:cxn modelId="{5583AC6E-51F5-4F5A-81E8-D6806678339C}" type="presOf" srcId="{A97402C0-D3E9-4B7B-88DC-1BEADB9D3451}" destId="{C9DF034C-E632-433D-A612-E794CBDABD7D}" srcOrd="0" destOrd="0" presId="urn:microsoft.com/office/officeart/2005/8/layout/arrow5"/>
    <dgm:cxn modelId="{4D720453-CCC2-4B3F-9138-9E6150C0741C}" srcId="{0B583843-9BC1-4445-9F50-F4E1C756A5F4}" destId="{A97402C0-D3E9-4B7B-88DC-1BEADB9D3451}" srcOrd="3" destOrd="0" parTransId="{2496FA34-8D52-4FD3-B67B-1190D857A361}" sibTransId="{925EB8AD-BD45-4FDC-B696-37C923C16E5F}"/>
    <dgm:cxn modelId="{6DFD557D-EF1F-4131-A6FB-3D4612F16425}" srcId="{0B583843-9BC1-4445-9F50-F4E1C756A5F4}" destId="{C7B604FE-BCDA-4AF9-8028-C14FFFF02653}" srcOrd="1" destOrd="0" parTransId="{A58A8FB5-8CB1-4E98-9F3D-079B86C077A1}" sibTransId="{F78B141D-6FE2-4F4E-BE86-B63E240555EC}"/>
    <dgm:cxn modelId="{EB5F1986-485E-4247-A6EE-43C8FAE56AD4}" srcId="{0B583843-9BC1-4445-9F50-F4E1C756A5F4}" destId="{73401B39-255C-41FB-A0A6-0FC6F2AB3322}" srcOrd="2" destOrd="0" parTransId="{B7011B54-889D-4BAB-9A00-9C76369C5A4F}" sibTransId="{19EE8852-E5F1-4134-9C5C-4D7D5C887926}"/>
    <dgm:cxn modelId="{12E511CA-C63F-4ABE-8993-B043ED24BB20}" type="presOf" srcId="{73401B39-255C-41FB-A0A6-0FC6F2AB3322}" destId="{86974F1E-CC25-481C-8B77-4B0D29613C8A}" srcOrd="0" destOrd="0" presId="urn:microsoft.com/office/officeart/2005/8/layout/arrow5"/>
    <dgm:cxn modelId="{8E7008F3-F6CE-490B-A766-41535F49DCCB}" srcId="{0B583843-9BC1-4445-9F50-F4E1C756A5F4}" destId="{AEFC3EAB-2236-4B35-A50F-CD30FCBA3F3B}" srcOrd="0" destOrd="0" parTransId="{8431C712-EE34-41C0-89D9-5A066B6A405B}" sibTransId="{14C02A03-E596-47B5-80CB-731A7AA338A5}"/>
    <dgm:cxn modelId="{5D100351-A176-412A-9B5E-1FAC77720A8E}" type="presParOf" srcId="{5DCBA4C1-1940-4F85-B9F8-255BCDC1CBA4}" destId="{3537E740-C9B8-4F40-AAEF-0B30DE4805A9}" srcOrd="0" destOrd="0" presId="urn:microsoft.com/office/officeart/2005/8/layout/arrow5"/>
    <dgm:cxn modelId="{B69871BF-93A8-48D9-98EB-8B63B8C94521}" type="presParOf" srcId="{5DCBA4C1-1940-4F85-B9F8-255BCDC1CBA4}" destId="{EBD44F28-ACD5-4467-99B5-ED0D76C4593F}" srcOrd="1" destOrd="0" presId="urn:microsoft.com/office/officeart/2005/8/layout/arrow5"/>
    <dgm:cxn modelId="{26096211-067E-494B-90DE-36B918B27DCC}" type="presParOf" srcId="{5DCBA4C1-1940-4F85-B9F8-255BCDC1CBA4}" destId="{86974F1E-CC25-481C-8B77-4B0D29613C8A}" srcOrd="2" destOrd="0" presId="urn:microsoft.com/office/officeart/2005/8/layout/arrow5"/>
    <dgm:cxn modelId="{290B6E0A-4284-4F91-BFDE-63AD4CFA76B2}" type="presParOf" srcId="{5DCBA4C1-1940-4F85-B9F8-255BCDC1CBA4}" destId="{C9DF034C-E632-433D-A612-E794CBDABD7D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B13692-C543-470B-B93E-78FC5F5DEE3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ADB2551-FF31-48B8-A0B2-AD1BFA61B1D0}">
      <dgm:prSet/>
      <dgm:spPr/>
      <dgm:t>
        <a:bodyPr/>
        <a:lstStyle/>
        <a:p>
          <a:r>
            <a:rPr lang="en-US"/>
            <a:t>Install requirements: pip install -r requirements.txt</a:t>
          </a:r>
        </a:p>
      </dgm:t>
    </dgm:pt>
    <dgm:pt modelId="{CCA070E7-5024-4AA7-B7D4-17E6061EAAA0}" type="parTrans" cxnId="{A3E0C326-09AF-42D7-8C0C-57C91D0E8050}">
      <dgm:prSet/>
      <dgm:spPr/>
      <dgm:t>
        <a:bodyPr/>
        <a:lstStyle/>
        <a:p>
          <a:endParaRPr lang="en-US"/>
        </a:p>
      </dgm:t>
    </dgm:pt>
    <dgm:pt modelId="{13CAD7D6-25E6-49BD-91A8-4D1CD7A7E9BC}" type="sibTrans" cxnId="{A3E0C326-09AF-42D7-8C0C-57C91D0E8050}">
      <dgm:prSet/>
      <dgm:spPr/>
      <dgm:t>
        <a:bodyPr/>
        <a:lstStyle/>
        <a:p>
          <a:endParaRPr lang="en-US"/>
        </a:p>
      </dgm:t>
    </dgm:pt>
    <dgm:pt modelId="{3EFE100F-3BE6-42C3-B424-270928A2D737}">
      <dgm:prSet/>
      <dgm:spPr/>
      <dgm:t>
        <a:bodyPr/>
        <a:lstStyle/>
        <a:p>
          <a:r>
            <a:rPr lang="en-US"/>
            <a:t>Run app: python app.py</a:t>
          </a:r>
        </a:p>
      </dgm:t>
    </dgm:pt>
    <dgm:pt modelId="{124570E1-83FA-4038-B0C7-C652D3321EC5}" type="parTrans" cxnId="{CEF25812-968D-479E-8463-48E02DAB6814}">
      <dgm:prSet/>
      <dgm:spPr/>
      <dgm:t>
        <a:bodyPr/>
        <a:lstStyle/>
        <a:p>
          <a:endParaRPr lang="en-US"/>
        </a:p>
      </dgm:t>
    </dgm:pt>
    <dgm:pt modelId="{5018B7F9-984A-4FD7-AA84-1FDA69786082}" type="sibTrans" cxnId="{CEF25812-968D-479E-8463-48E02DAB6814}">
      <dgm:prSet/>
      <dgm:spPr/>
      <dgm:t>
        <a:bodyPr/>
        <a:lstStyle/>
        <a:p>
          <a:endParaRPr lang="en-US"/>
        </a:p>
      </dgm:t>
    </dgm:pt>
    <dgm:pt modelId="{B31A0D2E-6791-4807-9772-609024F9AEE3}">
      <dgm:prSet/>
      <dgm:spPr/>
      <dgm:t>
        <a:bodyPr/>
        <a:lstStyle/>
        <a:p>
          <a:r>
            <a:rPr lang="en-US"/>
            <a:t>Open browser at localhost:5000</a:t>
          </a:r>
        </a:p>
      </dgm:t>
    </dgm:pt>
    <dgm:pt modelId="{200137A8-7CAB-4737-A04F-A5B240AF3F60}" type="parTrans" cxnId="{DCC37641-5C33-4F07-AC27-66EEAACC9206}">
      <dgm:prSet/>
      <dgm:spPr/>
      <dgm:t>
        <a:bodyPr/>
        <a:lstStyle/>
        <a:p>
          <a:endParaRPr lang="en-US"/>
        </a:p>
      </dgm:t>
    </dgm:pt>
    <dgm:pt modelId="{F603F79A-7C86-4438-A13F-C3E442ECC094}" type="sibTrans" cxnId="{DCC37641-5C33-4F07-AC27-66EEAACC9206}">
      <dgm:prSet/>
      <dgm:spPr/>
      <dgm:t>
        <a:bodyPr/>
        <a:lstStyle/>
        <a:p>
          <a:endParaRPr lang="en-US"/>
        </a:p>
      </dgm:t>
    </dgm:pt>
    <dgm:pt modelId="{229679BA-57B9-42A2-B5C6-12B0141CE481}" type="pres">
      <dgm:prSet presAssocID="{5BB13692-C543-470B-B93E-78FC5F5DEE34}" presName="root" presStyleCnt="0">
        <dgm:presLayoutVars>
          <dgm:dir/>
          <dgm:resizeHandles val="exact"/>
        </dgm:presLayoutVars>
      </dgm:prSet>
      <dgm:spPr/>
    </dgm:pt>
    <dgm:pt modelId="{C4189A75-FE8F-4F4E-83B2-D03FDBEC1AC5}" type="pres">
      <dgm:prSet presAssocID="{FADB2551-FF31-48B8-A0B2-AD1BFA61B1D0}" presName="compNode" presStyleCnt="0"/>
      <dgm:spPr/>
    </dgm:pt>
    <dgm:pt modelId="{6D300A0F-D42F-40FA-A019-F599F6F7706B}" type="pres">
      <dgm:prSet presAssocID="{FADB2551-FF31-48B8-A0B2-AD1BFA61B1D0}" presName="bgRect" presStyleLbl="bgShp" presStyleIdx="0" presStyleCnt="3"/>
      <dgm:spPr/>
    </dgm:pt>
    <dgm:pt modelId="{EDE160B6-C53A-4E49-826E-92A5E8A47EBF}" type="pres">
      <dgm:prSet presAssocID="{FADB2551-FF31-48B8-A0B2-AD1BFA61B1D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9DC1079-9C54-4670-82F2-192DC6A9E9FC}" type="pres">
      <dgm:prSet presAssocID="{FADB2551-FF31-48B8-A0B2-AD1BFA61B1D0}" presName="spaceRect" presStyleCnt="0"/>
      <dgm:spPr/>
    </dgm:pt>
    <dgm:pt modelId="{FE2E0456-FC9E-4735-A41F-6D39E17E4950}" type="pres">
      <dgm:prSet presAssocID="{FADB2551-FF31-48B8-A0B2-AD1BFA61B1D0}" presName="parTx" presStyleLbl="revTx" presStyleIdx="0" presStyleCnt="3">
        <dgm:presLayoutVars>
          <dgm:chMax val="0"/>
          <dgm:chPref val="0"/>
        </dgm:presLayoutVars>
      </dgm:prSet>
      <dgm:spPr/>
    </dgm:pt>
    <dgm:pt modelId="{AFA4B9BE-CA54-454A-8655-13FBA239A819}" type="pres">
      <dgm:prSet presAssocID="{13CAD7D6-25E6-49BD-91A8-4D1CD7A7E9BC}" presName="sibTrans" presStyleCnt="0"/>
      <dgm:spPr/>
    </dgm:pt>
    <dgm:pt modelId="{53EE8DB4-5AF0-44CB-B82D-269B1C21E72C}" type="pres">
      <dgm:prSet presAssocID="{3EFE100F-3BE6-42C3-B424-270928A2D737}" presName="compNode" presStyleCnt="0"/>
      <dgm:spPr/>
    </dgm:pt>
    <dgm:pt modelId="{DF5FDAC5-B2AA-470F-B477-322780DCEE7A}" type="pres">
      <dgm:prSet presAssocID="{3EFE100F-3BE6-42C3-B424-270928A2D737}" presName="bgRect" presStyleLbl="bgShp" presStyleIdx="1" presStyleCnt="3"/>
      <dgm:spPr/>
    </dgm:pt>
    <dgm:pt modelId="{AC9611B1-6A5C-46BC-B278-6B920FA0EE20}" type="pres">
      <dgm:prSet presAssocID="{3EFE100F-3BE6-42C3-B424-270928A2D73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BE28028-B67D-44D9-B7D9-4C5B368D8EAD}" type="pres">
      <dgm:prSet presAssocID="{3EFE100F-3BE6-42C3-B424-270928A2D737}" presName="spaceRect" presStyleCnt="0"/>
      <dgm:spPr/>
    </dgm:pt>
    <dgm:pt modelId="{8DF1E5E7-542D-4BE7-9151-C14159A15709}" type="pres">
      <dgm:prSet presAssocID="{3EFE100F-3BE6-42C3-B424-270928A2D737}" presName="parTx" presStyleLbl="revTx" presStyleIdx="1" presStyleCnt="3">
        <dgm:presLayoutVars>
          <dgm:chMax val="0"/>
          <dgm:chPref val="0"/>
        </dgm:presLayoutVars>
      </dgm:prSet>
      <dgm:spPr/>
    </dgm:pt>
    <dgm:pt modelId="{CF0DCF39-FF1D-4A18-8445-5F0100F1C885}" type="pres">
      <dgm:prSet presAssocID="{5018B7F9-984A-4FD7-AA84-1FDA69786082}" presName="sibTrans" presStyleCnt="0"/>
      <dgm:spPr/>
    </dgm:pt>
    <dgm:pt modelId="{35F39F8D-DF94-4480-8FA2-424FCF09EA84}" type="pres">
      <dgm:prSet presAssocID="{B31A0D2E-6791-4807-9772-609024F9AEE3}" presName="compNode" presStyleCnt="0"/>
      <dgm:spPr/>
    </dgm:pt>
    <dgm:pt modelId="{B3769647-D346-4540-BF9C-C01E218A0382}" type="pres">
      <dgm:prSet presAssocID="{B31A0D2E-6791-4807-9772-609024F9AEE3}" presName="bgRect" presStyleLbl="bgShp" presStyleIdx="2" presStyleCnt="3"/>
      <dgm:spPr/>
    </dgm:pt>
    <dgm:pt modelId="{19DD0FB5-E9CB-45BA-BD1C-E2E384BA5414}" type="pres">
      <dgm:prSet presAssocID="{B31A0D2E-6791-4807-9772-609024F9AE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B9E10801-F39C-4894-9037-4CADB36DC979}" type="pres">
      <dgm:prSet presAssocID="{B31A0D2E-6791-4807-9772-609024F9AEE3}" presName="spaceRect" presStyleCnt="0"/>
      <dgm:spPr/>
    </dgm:pt>
    <dgm:pt modelId="{3529AFDF-8A1B-4DB1-A572-7E06E6155B52}" type="pres">
      <dgm:prSet presAssocID="{B31A0D2E-6791-4807-9772-609024F9AEE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EF25812-968D-479E-8463-48E02DAB6814}" srcId="{5BB13692-C543-470B-B93E-78FC5F5DEE34}" destId="{3EFE100F-3BE6-42C3-B424-270928A2D737}" srcOrd="1" destOrd="0" parTransId="{124570E1-83FA-4038-B0C7-C652D3321EC5}" sibTransId="{5018B7F9-984A-4FD7-AA84-1FDA69786082}"/>
    <dgm:cxn modelId="{5913B21F-7DF7-400F-A0EF-889BFE684EA7}" type="presOf" srcId="{5BB13692-C543-470B-B93E-78FC5F5DEE34}" destId="{229679BA-57B9-42A2-B5C6-12B0141CE481}" srcOrd="0" destOrd="0" presId="urn:microsoft.com/office/officeart/2018/2/layout/IconVerticalSolidList"/>
    <dgm:cxn modelId="{A3E0C326-09AF-42D7-8C0C-57C91D0E8050}" srcId="{5BB13692-C543-470B-B93E-78FC5F5DEE34}" destId="{FADB2551-FF31-48B8-A0B2-AD1BFA61B1D0}" srcOrd="0" destOrd="0" parTransId="{CCA070E7-5024-4AA7-B7D4-17E6061EAAA0}" sibTransId="{13CAD7D6-25E6-49BD-91A8-4D1CD7A7E9BC}"/>
    <dgm:cxn modelId="{3CE23C27-8E2E-4AFE-A473-6564AED1F1A5}" type="presOf" srcId="{B31A0D2E-6791-4807-9772-609024F9AEE3}" destId="{3529AFDF-8A1B-4DB1-A572-7E06E6155B52}" srcOrd="0" destOrd="0" presId="urn:microsoft.com/office/officeart/2018/2/layout/IconVerticalSolidList"/>
    <dgm:cxn modelId="{A67A7D2D-0BC4-4C05-9DD6-FBDC1ED89BD3}" type="presOf" srcId="{3EFE100F-3BE6-42C3-B424-270928A2D737}" destId="{8DF1E5E7-542D-4BE7-9151-C14159A15709}" srcOrd="0" destOrd="0" presId="urn:microsoft.com/office/officeart/2018/2/layout/IconVerticalSolidList"/>
    <dgm:cxn modelId="{DCC37641-5C33-4F07-AC27-66EEAACC9206}" srcId="{5BB13692-C543-470B-B93E-78FC5F5DEE34}" destId="{B31A0D2E-6791-4807-9772-609024F9AEE3}" srcOrd="2" destOrd="0" parTransId="{200137A8-7CAB-4737-A04F-A5B240AF3F60}" sibTransId="{F603F79A-7C86-4438-A13F-C3E442ECC094}"/>
    <dgm:cxn modelId="{E6525FFB-49BC-4030-9D03-443E93517013}" type="presOf" srcId="{FADB2551-FF31-48B8-A0B2-AD1BFA61B1D0}" destId="{FE2E0456-FC9E-4735-A41F-6D39E17E4950}" srcOrd="0" destOrd="0" presId="urn:microsoft.com/office/officeart/2018/2/layout/IconVerticalSolidList"/>
    <dgm:cxn modelId="{1568F000-7707-4187-96C0-3B47C32C25B8}" type="presParOf" srcId="{229679BA-57B9-42A2-B5C6-12B0141CE481}" destId="{C4189A75-FE8F-4F4E-83B2-D03FDBEC1AC5}" srcOrd="0" destOrd="0" presId="urn:microsoft.com/office/officeart/2018/2/layout/IconVerticalSolidList"/>
    <dgm:cxn modelId="{24F2EDF4-9FA1-449B-8734-A81BA08CF619}" type="presParOf" srcId="{C4189A75-FE8F-4F4E-83B2-D03FDBEC1AC5}" destId="{6D300A0F-D42F-40FA-A019-F599F6F7706B}" srcOrd="0" destOrd="0" presId="urn:microsoft.com/office/officeart/2018/2/layout/IconVerticalSolidList"/>
    <dgm:cxn modelId="{78607C92-CCEF-417C-AE57-5E0B9336AB3C}" type="presParOf" srcId="{C4189A75-FE8F-4F4E-83B2-D03FDBEC1AC5}" destId="{EDE160B6-C53A-4E49-826E-92A5E8A47EBF}" srcOrd="1" destOrd="0" presId="urn:microsoft.com/office/officeart/2018/2/layout/IconVerticalSolidList"/>
    <dgm:cxn modelId="{F46AAE03-65B7-4B36-B8E5-7F4F3570A07E}" type="presParOf" srcId="{C4189A75-FE8F-4F4E-83B2-D03FDBEC1AC5}" destId="{19DC1079-9C54-4670-82F2-192DC6A9E9FC}" srcOrd="2" destOrd="0" presId="urn:microsoft.com/office/officeart/2018/2/layout/IconVerticalSolidList"/>
    <dgm:cxn modelId="{AC83B2B5-BD25-4192-AE95-D5C3851D049C}" type="presParOf" srcId="{C4189A75-FE8F-4F4E-83B2-D03FDBEC1AC5}" destId="{FE2E0456-FC9E-4735-A41F-6D39E17E4950}" srcOrd="3" destOrd="0" presId="urn:microsoft.com/office/officeart/2018/2/layout/IconVerticalSolidList"/>
    <dgm:cxn modelId="{19D97DA9-332E-495E-B873-4261FB265D93}" type="presParOf" srcId="{229679BA-57B9-42A2-B5C6-12B0141CE481}" destId="{AFA4B9BE-CA54-454A-8655-13FBA239A819}" srcOrd="1" destOrd="0" presId="urn:microsoft.com/office/officeart/2018/2/layout/IconVerticalSolidList"/>
    <dgm:cxn modelId="{0D327F69-7847-4019-97F4-87F7C95339D9}" type="presParOf" srcId="{229679BA-57B9-42A2-B5C6-12B0141CE481}" destId="{53EE8DB4-5AF0-44CB-B82D-269B1C21E72C}" srcOrd="2" destOrd="0" presId="urn:microsoft.com/office/officeart/2018/2/layout/IconVerticalSolidList"/>
    <dgm:cxn modelId="{C261EDFA-5291-4227-AD41-CDE333BEB1E4}" type="presParOf" srcId="{53EE8DB4-5AF0-44CB-B82D-269B1C21E72C}" destId="{DF5FDAC5-B2AA-470F-B477-322780DCEE7A}" srcOrd="0" destOrd="0" presId="urn:microsoft.com/office/officeart/2018/2/layout/IconVerticalSolidList"/>
    <dgm:cxn modelId="{D9F51C3F-C2AE-4903-9F57-EE6E01D7DA5B}" type="presParOf" srcId="{53EE8DB4-5AF0-44CB-B82D-269B1C21E72C}" destId="{AC9611B1-6A5C-46BC-B278-6B920FA0EE20}" srcOrd="1" destOrd="0" presId="urn:microsoft.com/office/officeart/2018/2/layout/IconVerticalSolidList"/>
    <dgm:cxn modelId="{DC8FBBD7-8593-4DC3-A2D2-2A0CC6D7ABC8}" type="presParOf" srcId="{53EE8DB4-5AF0-44CB-B82D-269B1C21E72C}" destId="{6BE28028-B67D-44D9-B7D9-4C5B368D8EAD}" srcOrd="2" destOrd="0" presId="urn:microsoft.com/office/officeart/2018/2/layout/IconVerticalSolidList"/>
    <dgm:cxn modelId="{53DD3C8A-4996-45B9-ABBB-B7427A4BBB3F}" type="presParOf" srcId="{53EE8DB4-5AF0-44CB-B82D-269B1C21E72C}" destId="{8DF1E5E7-542D-4BE7-9151-C14159A15709}" srcOrd="3" destOrd="0" presId="urn:microsoft.com/office/officeart/2018/2/layout/IconVerticalSolidList"/>
    <dgm:cxn modelId="{1E0B0892-355D-4718-BFD1-0FBED8A0E1CE}" type="presParOf" srcId="{229679BA-57B9-42A2-B5C6-12B0141CE481}" destId="{CF0DCF39-FF1D-4A18-8445-5F0100F1C885}" srcOrd="3" destOrd="0" presId="urn:microsoft.com/office/officeart/2018/2/layout/IconVerticalSolidList"/>
    <dgm:cxn modelId="{A5FBE526-90A4-45D6-AB98-388F186F40AB}" type="presParOf" srcId="{229679BA-57B9-42A2-B5C6-12B0141CE481}" destId="{35F39F8D-DF94-4480-8FA2-424FCF09EA84}" srcOrd="4" destOrd="0" presId="urn:microsoft.com/office/officeart/2018/2/layout/IconVerticalSolidList"/>
    <dgm:cxn modelId="{527D3C59-6CB4-4F9F-BC16-7403158BB316}" type="presParOf" srcId="{35F39F8D-DF94-4480-8FA2-424FCF09EA84}" destId="{B3769647-D346-4540-BF9C-C01E218A0382}" srcOrd="0" destOrd="0" presId="urn:microsoft.com/office/officeart/2018/2/layout/IconVerticalSolidList"/>
    <dgm:cxn modelId="{A4DD6CC0-77CF-46AD-946D-1E404591BBA3}" type="presParOf" srcId="{35F39F8D-DF94-4480-8FA2-424FCF09EA84}" destId="{19DD0FB5-E9CB-45BA-BD1C-E2E384BA5414}" srcOrd="1" destOrd="0" presId="urn:microsoft.com/office/officeart/2018/2/layout/IconVerticalSolidList"/>
    <dgm:cxn modelId="{08BACA59-98C0-42FC-9366-776DE157BA5C}" type="presParOf" srcId="{35F39F8D-DF94-4480-8FA2-424FCF09EA84}" destId="{B9E10801-F39C-4894-9037-4CADB36DC979}" srcOrd="2" destOrd="0" presId="urn:microsoft.com/office/officeart/2018/2/layout/IconVerticalSolidList"/>
    <dgm:cxn modelId="{8F69D50A-047D-4C65-B720-04DF3AC43025}" type="presParOf" srcId="{35F39F8D-DF94-4480-8FA2-424FCF09EA84}" destId="{3529AFDF-8A1B-4DB1-A572-7E06E6155B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5B2EC0-FAB2-4114-8A0F-21F52B173DF1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Python + Flask based TTS system</a:t>
          </a:r>
        </a:p>
      </dsp:txBody>
      <dsp:txXfrm>
        <a:off x="83502" y="120811"/>
        <a:ext cx="4833120" cy="1543536"/>
      </dsp:txXfrm>
    </dsp:sp>
    <dsp:sp modelId="{D62EC420-4B6B-4242-A083-493BDE15FD85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Converts text input to speech audio</a:t>
          </a:r>
        </a:p>
      </dsp:txBody>
      <dsp:txXfrm>
        <a:off x="83502" y="1955191"/>
        <a:ext cx="4833120" cy="1543536"/>
      </dsp:txXfrm>
    </dsp:sp>
    <dsp:sp modelId="{5A9A683A-867D-4CA1-ABDE-EC47232A749E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Supports accents &amp; audio download</a:t>
          </a:r>
        </a:p>
      </dsp:txBody>
      <dsp:txXfrm>
        <a:off x="83502" y="3789571"/>
        <a:ext cx="4833120" cy="1543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7E740-C9B8-4F40-AAEF-0B30DE4805A9}">
      <dsp:nvSpPr>
        <dsp:cNvPr id="0" name=""/>
        <dsp:cNvSpPr/>
      </dsp:nvSpPr>
      <dsp:spPr>
        <a:xfrm>
          <a:off x="3075928" y="551"/>
          <a:ext cx="1734842" cy="1734842"/>
        </a:xfrm>
        <a:prstGeom prst="downArrow">
          <a:avLst>
            <a:gd name="adj1" fmla="val 50000"/>
            <a:gd name="adj2" fmla="val 3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Flask backend application (app.py)</a:t>
          </a:r>
        </a:p>
      </dsp:txBody>
      <dsp:txXfrm>
        <a:off x="3509639" y="551"/>
        <a:ext cx="867421" cy="1431245"/>
      </dsp:txXfrm>
    </dsp:sp>
    <dsp:sp modelId="{EBD44F28-ACD5-4467-99B5-ED0D76C4593F}">
      <dsp:nvSpPr>
        <dsp:cNvPr id="0" name=""/>
        <dsp:cNvSpPr/>
      </dsp:nvSpPr>
      <dsp:spPr>
        <a:xfrm rot="5400000">
          <a:off x="4383624" y="1308247"/>
          <a:ext cx="1734842" cy="1734842"/>
        </a:xfrm>
        <a:prstGeom prst="downArrow">
          <a:avLst>
            <a:gd name="adj1" fmla="val 50000"/>
            <a:gd name="adj2" fmla="val 3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Template rendering for UI (index.html)</a:t>
          </a:r>
        </a:p>
      </dsp:txBody>
      <dsp:txXfrm rot="-5400000">
        <a:off x="4687221" y="1741958"/>
        <a:ext cx="1431245" cy="867421"/>
      </dsp:txXfrm>
    </dsp:sp>
    <dsp:sp modelId="{86974F1E-CC25-481C-8B77-4B0D29613C8A}">
      <dsp:nvSpPr>
        <dsp:cNvPr id="0" name=""/>
        <dsp:cNvSpPr/>
      </dsp:nvSpPr>
      <dsp:spPr>
        <a:xfrm rot="10800000">
          <a:off x="3075928" y="2615943"/>
          <a:ext cx="1734842" cy="1734842"/>
        </a:xfrm>
        <a:prstGeom prst="downArrow">
          <a:avLst>
            <a:gd name="adj1" fmla="val 50000"/>
            <a:gd name="adj2" fmla="val 3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text_to_speech module handles ML pipeline</a:t>
          </a:r>
        </a:p>
      </dsp:txBody>
      <dsp:txXfrm rot="10800000">
        <a:off x="3509638" y="2919540"/>
        <a:ext cx="867421" cy="1431245"/>
      </dsp:txXfrm>
    </dsp:sp>
    <dsp:sp modelId="{C9DF034C-E632-433D-A612-E794CBDABD7D}">
      <dsp:nvSpPr>
        <dsp:cNvPr id="0" name=""/>
        <dsp:cNvSpPr/>
      </dsp:nvSpPr>
      <dsp:spPr>
        <a:xfrm rot="16200000">
          <a:off x="1768232" y="1308247"/>
          <a:ext cx="1734842" cy="1734842"/>
        </a:xfrm>
        <a:prstGeom prst="downArrow">
          <a:avLst>
            <a:gd name="adj1" fmla="val 50000"/>
            <a:gd name="adj2" fmla="val 3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Artifacts stored locally</a:t>
          </a:r>
        </a:p>
      </dsp:txBody>
      <dsp:txXfrm rot="5400000">
        <a:off x="1768232" y="1741957"/>
        <a:ext cx="1431245" cy="8674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00A0F-D42F-40FA-A019-F599F6F7706B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E160B6-C53A-4E49-826E-92A5E8A47EBF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2E0456-FC9E-4735-A41F-6D39E17E4950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Install requirements: pip install -r requirements.txt</a:t>
          </a:r>
        </a:p>
      </dsp:txBody>
      <dsp:txXfrm>
        <a:off x="1939533" y="717"/>
        <a:ext cx="2786667" cy="1679249"/>
      </dsp:txXfrm>
    </dsp:sp>
    <dsp:sp modelId="{DF5FDAC5-B2AA-470F-B477-322780DCEE7A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611B1-6A5C-46BC-B278-6B920FA0EE20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F1E5E7-542D-4BE7-9151-C14159A15709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Run app: python app.py</a:t>
          </a:r>
        </a:p>
      </dsp:txBody>
      <dsp:txXfrm>
        <a:off x="1939533" y="2099779"/>
        <a:ext cx="2786667" cy="1679249"/>
      </dsp:txXfrm>
    </dsp:sp>
    <dsp:sp modelId="{B3769647-D346-4540-BF9C-C01E218A0382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D0FB5-E9CB-45BA-BD1C-E2E384BA5414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9AFDF-8A1B-4DB1-A572-7E06E6155B52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Open browser at localhost:5000</a:t>
          </a:r>
        </a:p>
      </dsp:txBody>
      <dsp:txXfrm>
        <a:off x="1939533" y="4198841"/>
        <a:ext cx="27866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Text-to-Speech Converter Project</a:t>
            </a: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70637796-E07C-842D-7467-B2847E4E1E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38004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endParaRPr lang="en-GB" sz="1700"/>
          </a:p>
          <a:p>
            <a:r>
              <a:rPr lang="en-GB" sz="1700"/>
              <a:t>Web-based application for text-to-speech</a:t>
            </a:r>
          </a:p>
          <a:p>
            <a:r>
              <a:rPr lang="en-GB" sz="1700"/>
              <a:t>User enters text, system generates MP3</a:t>
            </a:r>
          </a:p>
          <a:p>
            <a:r>
              <a:rPr lang="en-GB" sz="1700"/>
              <a:t>Uses text_to_speech ML pipeline</a:t>
            </a:r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4DC12A41-5F55-F76C-AB6C-7A7C897835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75" r="25203" b="1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GB" sz="350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endParaRPr lang="en-GB" sz="1700"/>
          </a:p>
          <a:p>
            <a:r>
              <a:rPr lang="en-GB" sz="1700"/>
              <a:t>Real-time text to speech generation</a:t>
            </a:r>
          </a:p>
          <a:p>
            <a:r>
              <a:rPr lang="en-GB" sz="1700"/>
              <a:t>Accent selection support</a:t>
            </a:r>
          </a:p>
          <a:p>
            <a:r>
              <a:rPr lang="en-GB" sz="1700"/>
              <a:t>Simple web UI using HTML templates</a:t>
            </a:r>
          </a:p>
          <a:p>
            <a:r>
              <a:rPr lang="en-GB" sz="1700"/>
              <a:t>Audio file auto-download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1E8513B-AEAB-E0CC-0552-F5F92DCFD4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08" r="49072" b="-3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8D3E50-2E6F-C7D4-B81A-BCE51921E9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7679" r="4591" b="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ADCBA6-4663-FB77-50A6-264A5B78F7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46899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9983" y="741391"/>
            <a:ext cx="2526926" cy="1616203"/>
          </a:xfrm>
        </p:spPr>
        <p:txBody>
          <a:bodyPr anchor="b">
            <a:normAutofit/>
          </a:bodyPr>
          <a:lstStyle/>
          <a:p>
            <a:r>
              <a:rPr lang="en-GB" sz="2800"/>
              <a:t>Workflow</a:t>
            </a:r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0CCC5D15-3E3C-254A-BC5C-4A8080A0A8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51" r="6337" b="-10"/>
          <a:stretch>
            <a:fillRect/>
          </a:stretch>
        </p:blipFill>
        <p:spPr>
          <a:xfrm>
            <a:off x="20" y="10"/>
            <a:ext cx="5542677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55894" y="3271199"/>
            <a:ext cx="1630908" cy="5542697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296081" y="2296080"/>
            <a:ext cx="6854280" cy="226211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346242" y="4425055"/>
            <a:ext cx="2196454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9983" y="2533476"/>
            <a:ext cx="2526926" cy="3447832"/>
          </a:xfrm>
        </p:spPr>
        <p:txBody>
          <a:bodyPr anchor="t">
            <a:normAutofit/>
          </a:bodyPr>
          <a:lstStyle/>
          <a:p>
            <a:endParaRPr lang="en-GB" sz="1700"/>
          </a:p>
          <a:p>
            <a:r>
              <a:rPr lang="en-GB" sz="1700"/>
              <a:t>User enters text → selects accent</a:t>
            </a:r>
          </a:p>
          <a:p>
            <a:r>
              <a:rPr lang="en-GB" sz="1700"/>
              <a:t>System processes text through pipeline</a:t>
            </a:r>
          </a:p>
          <a:p>
            <a:r>
              <a:rPr lang="en-GB" sz="1700"/>
              <a:t>Audio file (.mp3) generated</a:t>
            </a:r>
          </a:p>
          <a:p>
            <a:r>
              <a:rPr lang="en-GB" sz="1700"/>
              <a:t>User downloads audio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2903617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CE7A08-2184-4B99-ABC0-B40CD1D3F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903616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776" y="3306515"/>
            <a:ext cx="2869714" cy="3215373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Important Files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396390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5490" y="4275786"/>
            <a:ext cx="2018510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552FC29-9118-466F-940E-80C84EFD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5490" y="4275786"/>
            <a:ext cx="2018510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8586" y="706508"/>
            <a:ext cx="3912879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GB" sz="27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2700">
                <a:solidFill>
                  <a:schemeClr val="bg1"/>
                </a:solidFill>
              </a:rPr>
              <a:t>app.py – Main Flask server</a:t>
            </a:r>
          </a:p>
          <a:p>
            <a:pPr>
              <a:lnSpc>
                <a:spcPct val="90000"/>
              </a:lnSpc>
            </a:pPr>
            <a:r>
              <a:rPr lang="en-GB" sz="2700">
                <a:solidFill>
                  <a:schemeClr val="bg1"/>
                </a:solidFill>
              </a:rPr>
              <a:t>templates/index.html – Frontend UI</a:t>
            </a:r>
          </a:p>
          <a:p>
            <a:pPr>
              <a:lnSpc>
                <a:spcPct val="90000"/>
              </a:lnSpc>
            </a:pPr>
            <a:r>
              <a:rPr lang="en-GB" sz="2700">
                <a:solidFill>
                  <a:schemeClr val="bg1"/>
                </a:solidFill>
              </a:rPr>
              <a:t>text_to_speech/components – Accent &amp; speech modules</a:t>
            </a:r>
          </a:p>
          <a:p>
            <a:pPr>
              <a:lnSpc>
                <a:spcPct val="90000"/>
              </a:lnSpc>
            </a:pPr>
            <a:r>
              <a:rPr lang="en-GB" sz="2700">
                <a:solidFill>
                  <a:schemeClr val="bg1"/>
                </a:solidFill>
              </a:rPr>
              <a:t>requirements.txt – Dependencies</a:t>
            </a: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59870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GB" sz="3700">
                <a:solidFill>
                  <a:schemeClr val="bg1"/>
                </a:solidFill>
              </a:rPr>
              <a:t>Setup &amp; Installation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50F6A0-3865-D6DD-B7D8-8A0E324734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361832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GB" sz="63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endParaRPr lang="en-GB" sz="2100"/>
          </a:p>
          <a:p>
            <a:r>
              <a:rPr lang="en-GB" sz="2100"/>
              <a:t>Easy-to-use TTS system</a:t>
            </a:r>
          </a:p>
          <a:p>
            <a:r>
              <a:rPr lang="en-GB" sz="2100"/>
              <a:t>Modular design for enhancements</a:t>
            </a:r>
          </a:p>
          <a:p>
            <a:r>
              <a:rPr lang="en-GB" sz="2100"/>
              <a:t>Can be extended with advanced ML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Text-to-Speech Converter Project</vt:lpstr>
      <vt:lpstr>Project Overview</vt:lpstr>
      <vt:lpstr>Key Features</vt:lpstr>
      <vt:lpstr>System Architecture</vt:lpstr>
      <vt:lpstr>Workflow</vt:lpstr>
      <vt:lpstr>Important Files</vt:lpstr>
      <vt:lpstr>Setup &amp; Installation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</cp:revision>
  <dcterms:created xsi:type="dcterms:W3CDTF">2013-01-27T09:14:16Z</dcterms:created>
  <dcterms:modified xsi:type="dcterms:W3CDTF">2025-12-10T14:37:23Z</dcterms:modified>
  <cp:category/>
</cp:coreProperties>
</file>